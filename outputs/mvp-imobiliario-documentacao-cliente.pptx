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c107937e34332" /><Relationship Type="http://schemas.openxmlformats.org/officeDocument/2006/relationships/extended-properties" Target="/docProps/app.xml" Id="Rd582c23fd9eb47df" /><Relationship Type="http://schemas.openxmlformats.org/officeDocument/2006/relationships/officeDocument" Target="/ppt/presentation.xml" Id="R8516ee860ea745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67016a2c34cc8"/>
  </p:sldMasterIdLst>
  <p:notesMasterIdLst>
    <p:notesMasterId xmlns:r="http://schemas.openxmlformats.org/officeDocument/2006/relationships" r:id="Rb6bb5f92f1904cf9"/>
  </p:notesMasterIdLst>
  <p:sldIdLst>
    <p:sldId xmlns:r="http://schemas.openxmlformats.org/officeDocument/2006/relationships" id="256" r:id="R1995dda737fd4f8e"/>
    <p:sldId xmlns:r="http://schemas.openxmlformats.org/officeDocument/2006/relationships" id="257" r:id="Rc53e37fb24d84710"/>
    <p:sldId xmlns:r="http://schemas.openxmlformats.org/officeDocument/2006/relationships" id="258" r:id="R718dc426a0724ef6"/>
    <p:sldId xmlns:r="http://schemas.openxmlformats.org/officeDocument/2006/relationships" id="259" r:id="R19508227162e4900"/>
    <p:sldId xmlns:r="http://schemas.openxmlformats.org/officeDocument/2006/relationships" id="260" r:id="Ra60313f4f3834062"/>
    <p:sldId xmlns:r="http://schemas.openxmlformats.org/officeDocument/2006/relationships" id="261" r:id="R06ae8b0f632544f7"/>
    <p:sldId xmlns:r="http://schemas.openxmlformats.org/officeDocument/2006/relationships" id="262" r:id="R4c4e947ec6344660"/>
    <p:sldId xmlns:r="http://schemas.openxmlformats.org/officeDocument/2006/relationships" id="263" r:id="R972b2f54035e4661"/>
    <p:sldId xmlns:r="http://schemas.openxmlformats.org/officeDocument/2006/relationships" id="264" r:id="Rf91cb7dcf4cf4916"/>
    <p:sldId xmlns:r="http://schemas.openxmlformats.org/officeDocument/2006/relationships" id="265" r:id="R6cd9b4d9a7b84880"/>
    <p:sldId xmlns:r="http://schemas.openxmlformats.org/officeDocument/2006/relationships" id="266" r:id="R698bb25600324594"/>
    <p:sldId xmlns:r="http://schemas.openxmlformats.org/officeDocument/2006/relationships" id="267" r:id="R1c75bf4aeb1442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aa31d1f5294cd6" /><Relationship Type="http://schemas.openxmlformats.org/officeDocument/2006/relationships/slideMaster" Target="/ppt/slideMasters/slideMaster1.xml" Id="R13567016a2c34cc8" /><Relationship Type="http://schemas.openxmlformats.org/officeDocument/2006/relationships/notesMaster" Target="/ppt/notesMasters/notesMaster1.xml" Id="Rb6bb5f92f1904cf9" /><Relationship Type="http://schemas.openxmlformats.org/officeDocument/2006/relationships/presProps" Target="/ppt/presProps.xml" Id="Re197a96c304b4d08" /><Relationship Type="http://schemas.openxmlformats.org/officeDocument/2006/relationships/tableStyles" Target="/ppt/tableStyles.xml" Id="R465d290b03194e95" /><Relationship Type="http://schemas.openxmlformats.org/officeDocument/2006/relationships/slide" Target="/ppt/slides/slide1.xml" Id="R1995dda737fd4f8e" /><Relationship Type="http://schemas.openxmlformats.org/officeDocument/2006/relationships/slide" Target="/ppt/slides/slide2.xml" Id="Rc53e37fb24d84710" /><Relationship Type="http://schemas.openxmlformats.org/officeDocument/2006/relationships/slide" Target="/ppt/slides/slide3.xml" Id="R718dc426a0724ef6" /><Relationship Type="http://schemas.openxmlformats.org/officeDocument/2006/relationships/slide" Target="/ppt/slides/slide4.xml" Id="R19508227162e4900" /><Relationship Type="http://schemas.openxmlformats.org/officeDocument/2006/relationships/slide" Target="/ppt/slides/slide5.xml" Id="Ra60313f4f3834062" /><Relationship Type="http://schemas.openxmlformats.org/officeDocument/2006/relationships/slide" Target="/ppt/slides/slide6.xml" Id="R06ae8b0f632544f7" /><Relationship Type="http://schemas.openxmlformats.org/officeDocument/2006/relationships/slide" Target="/ppt/slides/slide7.xml" Id="R4c4e947ec6344660" /><Relationship Type="http://schemas.openxmlformats.org/officeDocument/2006/relationships/slide" Target="/ppt/slides/slide8.xml" Id="R972b2f54035e4661" /><Relationship Type="http://schemas.openxmlformats.org/officeDocument/2006/relationships/slide" Target="/ppt/slides/slide9.xml" Id="Rf91cb7dcf4cf4916" /><Relationship Type="http://schemas.openxmlformats.org/officeDocument/2006/relationships/slide" Target="/ppt/slides/slide10.xml" Id="R6cd9b4d9a7b84880" /><Relationship Type="http://schemas.openxmlformats.org/officeDocument/2006/relationships/slide" Target="/ppt/slides/slide11.xml" Id="R698bb25600324594" /><Relationship Type="http://schemas.openxmlformats.org/officeDocument/2006/relationships/slide" Target="/ppt/slides/slide12.xml" Id="R1c75bf4aeb1442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c7d04fd2c049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9c792e4c8b4e29" /><Relationship Type="http://schemas.openxmlformats.org/officeDocument/2006/relationships/notesMaster" Target="/ppt/notesMasters/notesMaster1.xml" Id="R451b0ee441534a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7332019ea64c8e" /><Relationship Type="http://schemas.openxmlformats.org/officeDocument/2006/relationships/notesMaster" Target="/ppt/notesMasters/notesMaster1.xml" Id="R3b9c05990567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a92ddaf424661" /><Relationship Type="http://schemas.openxmlformats.org/officeDocument/2006/relationships/notesMaster" Target="/ppt/notesMasters/notesMaster1.xml" Id="R30ce7fbd9812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1ac1ca4bb4316" /><Relationship Type="http://schemas.openxmlformats.org/officeDocument/2006/relationships/notesMaster" Target="/ppt/notesMasters/notesMaster1.xml" Id="R70d0179bf2f644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2d9421379a4a9c" /><Relationship Type="http://schemas.openxmlformats.org/officeDocument/2006/relationships/notesMaster" Target="/ppt/notesMasters/notesMaster1.xml" Id="R7f7caacfe4f148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847ce479d34d05" /><Relationship Type="http://schemas.openxmlformats.org/officeDocument/2006/relationships/notesMaster" Target="/ppt/notesMasters/notesMaster1.xml" Id="Rf4432fbd33c046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8ae0c60de448e1" /><Relationship Type="http://schemas.openxmlformats.org/officeDocument/2006/relationships/notesMaster" Target="/ppt/notesMasters/notesMaster1.xml" Id="R6b838803ff0149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2e2bfd1ab74791" /><Relationship Type="http://schemas.openxmlformats.org/officeDocument/2006/relationships/notesMaster" Target="/ppt/notesMasters/notesMaster1.xml" Id="Rd2b6b9c374b946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f3cdbce4cf4a53" /><Relationship Type="http://schemas.openxmlformats.org/officeDocument/2006/relationships/notesMaster" Target="/ppt/notesMasters/notesMaster1.xml" Id="R661b482794154b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250a0c1f5b48b1" /><Relationship Type="http://schemas.openxmlformats.org/officeDocument/2006/relationships/notesMaster" Target="/ppt/notesMasters/notesMaster1.xml" Id="Rf35e96588e834c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0d42582be74fee" /><Relationship Type="http://schemas.openxmlformats.org/officeDocument/2006/relationships/notesMaster" Target="/ppt/notesMasters/notesMaster1.xml" Id="R28a0f26453a94e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1f1bf372634481" /><Relationship Type="http://schemas.openxmlformats.org/officeDocument/2006/relationships/notesMaster" Target="/ppt/notesMasters/notesMaster1.xml" Id="R0a9d440316ef4d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759254658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9efdd06f5c446f" /><Relationship Type="http://schemas.openxmlformats.org/officeDocument/2006/relationships/slideLayout" Target="/ppt/slideLayouts/slideLayout1.xml" Id="R144aac5c7b0540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aac5c7b0540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7dc0f9bfe4225" /><Relationship Type="http://schemas.openxmlformats.org/officeDocument/2006/relationships/notesSlide" Target="/ppt/notesSlides/notesSlide1.xml" Id="R077fb93bacf045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6657a3ec949da" /><Relationship Type="http://schemas.openxmlformats.org/officeDocument/2006/relationships/notesSlide" Target="/ppt/notesSlides/notesSlide2.xml" Id="R4a27980fac754d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83b811ab14756" /><Relationship Type="http://schemas.openxmlformats.org/officeDocument/2006/relationships/notesSlide" Target="/ppt/notesSlides/notesSlide3.xml" Id="Rb0e2c43330b2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c9b0712294a14" /><Relationship Type="http://schemas.openxmlformats.org/officeDocument/2006/relationships/notesSlide" Target="/ppt/notesSlides/notesSlide4.xml" Id="Rc51e246003864f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4c3d10f6e40d7" /><Relationship Type="http://schemas.openxmlformats.org/officeDocument/2006/relationships/notesSlide" Target="/ppt/notesSlides/notesSlide5.xml" Id="R0bc246446ba34c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fad49c5974195" /><Relationship Type="http://schemas.openxmlformats.org/officeDocument/2006/relationships/notesSlide" Target="/ppt/notesSlides/notesSlide6.xml" Id="R18002ab8deeb4e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f808100a2401f" /><Relationship Type="http://schemas.openxmlformats.org/officeDocument/2006/relationships/notesSlide" Target="/ppt/notesSlides/notesSlide7.xml" Id="R75c3e490979348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7524411954bab" /><Relationship Type="http://schemas.openxmlformats.org/officeDocument/2006/relationships/notesSlide" Target="/ppt/notesSlides/notesSlide8.xml" Id="R9a9858357bb745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c199ea1f3417f" /><Relationship Type="http://schemas.openxmlformats.org/officeDocument/2006/relationships/notesSlide" Target="/ppt/notesSlides/notesSlide9.xml" Id="Rb7a0d43a30cf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6549a506f4321" /><Relationship Type="http://schemas.openxmlformats.org/officeDocument/2006/relationships/notesSlide" Target="/ppt/notesSlides/notesSlide10.xml" Id="R16b8080bcf1f48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0bb5c584f404f" /><Relationship Type="http://schemas.openxmlformats.org/officeDocument/2006/relationships/notesSlide" Target="/ppt/notesSlides/notesSlide11.xml" Id="R22c8c5d83a8c44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60b0b30b64ac4" /><Relationship Type="http://schemas.openxmlformats.org/officeDocument/2006/relationships/notesSlide" Target="/ppt/notesSlides/notesSlide12.xml" Id="Re2c4c999fbe641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F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66C180-4548-4E0A-BAC8-56321DE5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23327-CD6E-4777-A443-DB83BDE5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143000"/>
            <a:ext cx="5905500" cy="590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C6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3F682-DC2A-41A9-AD4D-07DBF1B1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571500"/>
            <a:ext cx="4762500" cy="4762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6D007-F54B-486A-9C92-530AC834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B2642-A22B-406F-AA42-FCFF37D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0DFB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0DFBF"/>
                </a:solidFill>
                <a:latin typeface="Aptos"/>
                <a:ea typeface="Aptos"/>
                <a:cs typeface="Aptos"/>
              </a:rPr>
              <a:t>DOCUMENTAÇÃO DO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940FF-BBD7-4681-B8AB-D85FA74D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MVP Imobiliário Digital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48E56-4172-40E7-B8B2-41CD80F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47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CE7EE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DCE7EE"/>
                </a:solidFill>
                <a:latin typeface="Aptos"/>
                <a:ea typeface="Aptos"/>
                <a:cs typeface="Aptos"/>
              </a:rPr>
              <a:t>Uma plataforma pensada para transformar atendimento imobiliário em inteligência comercial, captação qualificada e crescimento previsível.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684FC-8D17-468B-B137-009B0368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6695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4D313-79C6-442C-A214-2CCC6AE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Estratégia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E7B1C-F2C6-47CF-AF9B-8BD421DE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Do problema de negócio ao produto digital escalável.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9650F-C19C-472E-8B82-881F07B0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2394A"/>
          </a:solidFill>
          <a:ln xmlns:a="http://schemas.openxmlformats.org/drawingml/2006/main" w="9525">
            <a:solidFill>
              <a:srgbClr val="4158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7A1A5-171B-427C-B6F4-8CCE0F50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Captação de leads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86210-D65F-4EB7-B1FD-8BAF450C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29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CE7E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CE7EE"/>
                </a:solidFill>
                <a:latin typeface="Aptos"/>
                <a:ea typeface="Aptos"/>
                <a:cs typeface="Aptos"/>
              </a:rPr>
              <a:t>Busca, simulação, WhatsApp e dados para decisão.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6FE1D-8B68-49DF-8AAA-E49B725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14900"/>
            <a:ext cx="2476500" cy="-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97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08FD1-7A24-4E2E-A76D-3585D7A1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29100"/>
            <a:ext cx="838200" cy="-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B4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9DBEE-050D-43E4-80D0-20344A5F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Alicia Balbino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08D22-DF65-43CE-913D-57B54053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AD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8CAD6"/>
                </a:solidFill>
                <a:latin typeface="Aptos"/>
                <a:ea typeface="Aptos"/>
                <a:cs typeface="Aptos"/>
              </a:rPr>
              <a:t>Proposta de documentação e evolução do produto</a:t>
            </a:r>
          </a:p>
        </p:txBody>
      </p:sp>
    </p:spTree>
    <p:extLst>
      <p:ext uri="{BB962C8B-B14F-4D97-AF65-F5344CB8AC3E}">
        <p14:creationId xmlns:p14="http://schemas.microsoft.com/office/powerpoint/2010/main" val="1704264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16AD3-59F1-488B-896A-58739455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331F1-9ECC-462C-A9D2-88670078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Por que este MVP existe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F7124-77DB-448B-8359-EFA4BA3B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A oportunidade de transformar atendimento em um canal digital de vendas.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FFF7F-A306-4862-A768-90D65839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646C7-8CD6-4AEF-ACA3-FAC0E178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E3021-4140-4BD2-85DC-723FE275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505B3-8ED3-497A-8917-3394B81F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Problema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3F838-794B-4F40-BD46-87E9BAB1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765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O atendimento depende de canais manuais e redes sociais. O cliente não encontra, sozinho, informações claras sobre imóveis, regiões e próximos passos.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E5EA6-A83F-4691-B6AD-92C9BE5D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293EE-530A-4D9E-AE30-24E9F7B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05F96-E4A6-4B91-9D4E-D2EB0582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Oportunidade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015D0-C3D0-4C16-ACA6-EB2B58C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8765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Criar um catálogo online com filtros, páginas de empreendimento e simulação para captar leads antes do primeiro contato humano.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C7C7F-8F47-4B72-9006-15ABDE3C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E18A7-0664-4233-91E7-A554B58C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92A5A-8B89-499A-BF5F-DB072AFE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Impacto esperado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F002A-35F3-4D2D-891A-58E4E198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8765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Reduzir atrito, qualificar interessados, organizar dados e abrir caminho para gestão comercial baseada em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602998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D865E3-C0B9-4E39-B11A-32CDAF6D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114D9-139F-4FB8-8CC0-B4E118B6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Público-alvo e intenção de compra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C5679-72D2-4D2E-A013-9093E7CF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O produto nasce olhando para perfis reais de decisão imobiliária.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F423A-8DD9-40A3-8E97-11362309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9449A-7A83-4551-A82E-0DDEA666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ACB4D-6745-45A4-BB81-63ADAE8F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22E6D-538B-47DA-B3D1-4DF8891F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25 a 45 anos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724B7-370E-4679-ADB0-3FA7D513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Pessoas em fase ativa de planejamento patrimonial.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6379B-4798-4B6A-971F-B5D80F69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0AEDC-FDCF-47DA-8794-66864DE3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61484-B219-4EFD-9913-95E490CC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Primeiro imóvel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ECBCE-BD86-46A4-B2C5-24B24409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Noivos e casais iniciando uma nova etapa.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72DF9-8629-4B31-9DAA-D45253BB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CA187-58C2-4EEA-9B78-9F74C8A8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43A2F-AF84-463D-8FB5-C2F026C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Investimento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E9D3E-148E-4358-AD8A-291A5D25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Solteiros e compradores buscando valorização.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C1440-CBFB-444C-BE35-C0D3013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75924-E026-4214-B92B-946F0ABC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BA0A5-2951-4FCB-8AEE-7DA738D0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Programas habitacionais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7D9B2-F750-459F-9BC9-B14C67C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24350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Clientes que precisam de clareza e orientação.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CB5D4-929B-4F46-ACFA-24C10B32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7D495D-2C34-4E15-A9F0-21627E6E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723A3-571B-4BE8-9657-BEC1D2EA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Casais maduros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7F8C0-73EA-46E4-B9CE-9F53664C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24350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Decisões mais conscientes sobre conforto e localização.</a:t>
            </a:r>
          </a:p>
        </p:txBody>
      </p:sp>
    </p:spTree>
    <p:extLst>
      <p:ext uri="{BB962C8B-B14F-4D97-AF65-F5344CB8AC3E}">
        <p14:creationId xmlns:p14="http://schemas.microsoft.com/office/powerpoint/2010/main" val="1058771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1E7CB3-BE0B-48C4-AAC2-B7222F89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C3FB4-BFEE-4135-9B16-665B09D1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Objetivo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DAF31-39FE-4AA3-AB37-67B68A04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Uma base digital para atendimento, descoberta de imóveis e geração de oportunidades.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11666-4E12-4BBC-9C05-CAA5F3A3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CC451-940C-45A7-8C62-9D0FAB1B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 website funcionará como catálogo online de empreendimentos, permitindo que clientes pesquisem imóveis, visualizem detalhes e cheguem à corretora com intenção mais clara.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68AF9-38BF-4DED-BEEE-C61518BA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D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DBE15-11C4-46B6-B4D5-9566E697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Buscar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26463-D766-4286-AE5E-BFA60350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00500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743AB-4666-4327-84B1-C3D1B09A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24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Comparar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926DA-11D5-4019-B48D-D91CD98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D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576BA-DF3A-4C47-B770-AFB12B4A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Simular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BE2A1-1129-4CB7-871B-4E5B016F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425D1-19C8-4C81-BCBE-D47D08AC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24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Conversar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D1A3F-008D-48A0-AF7E-83D946B2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00500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D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B6986-ED54-45B1-9BAC-6ECEDBE2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24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Registrar</a:t>
            </a:r>
          </a:p>
        </p:txBody>
      </p:sp>
    </p:spTree>
    <p:extLst>
      <p:ext uri="{BB962C8B-B14F-4D97-AF65-F5344CB8AC3E}">
        <p14:creationId xmlns:p14="http://schemas.microsoft.com/office/powerpoint/2010/main" val="1342100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3A0D3E-4F61-4E51-B776-9A1A1BA7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63A78-B128-4A20-ABDE-47C43DDF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Escopo do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AB8FA-7309-4118-B02B-3787BDB7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Funcionalidades essenciais para entregar valor rápido e validar o produto.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09CE0-8CA9-48DE-9778-D6F30AFD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48357-EC9B-4880-9597-62CAFB7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04A33-EABB-41D2-A48B-170CA963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62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FA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FA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3CB23-3D64-4FB8-B6FF-ABBD9E3C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430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Catálogo de imóveis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78247-40DA-40F0-AA09-FE26B656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Lista de empreendimentos disponíveis para navegação.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00EA0-DADF-4AFD-B499-CD65675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B1026-5E2D-468B-BF46-652772EE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4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FA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FA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4DD07-D1CC-4202-83BD-9D770A10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241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Filtros de busca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ABA5C-3253-493B-BD2D-BE01D6EC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Pesquisa por região e quantidade de quartos.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91DD6-C630-4919-AE7D-F8C2C94B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DC8FE-E900-4C4B-97EB-982DA5F6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24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FA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FA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C79A6-CA98-47D7-8BCC-0835BB0D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05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Página de detalhes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1EC5B-B0D0-42C8-9DE0-B3811CF2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Fotos, descrição, diferenciais, localização e contato.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38F39-0779-4D66-BFE1-95C75E77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7CFF1-4C26-43CE-8981-9922511F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0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FA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FA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8B35A-0E47-479A-9652-B1953837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862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Captação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A3FAC-B029-4CEF-8742-25CF4CF8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Formulário de simulação e redirecionamento para WhatsApp.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40223-9A05-4EC7-B3E1-74490D8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C434B-7F27-4874-BC04-27AFBA14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863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FA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FA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76FBF-4EF1-4418-8672-7D91073D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672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Base para evolução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18FA6-4596-4371-8657-1B93A2E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Código organizado para novas integrações e painel.</a:t>
            </a:r>
          </a:p>
        </p:txBody>
      </p:sp>
    </p:spTree>
    <p:extLst>
      <p:ext uri="{BB962C8B-B14F-4D97-AF65-F5344CB8AC3E}">
        <p14:creationId xmlns:p14="http://schemas.microsoft.com/office/powerpoint/2010/main" val="1661162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153B5-2FAF-4D3B-AA67-073D1F44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E6CBF-5F99-486C-A6C1-2B28772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Requisitos funcionais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DF666-4CFA-46D5-8FB8-5C9E3B5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O que o sistema precisa fazer para cumprir o MVP.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019A4-6572-4355-A417-3A083249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7364E-FCA2-4CF4-A63E-D6CA14BE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876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0282B-CD18-4E66-BCB0-08B8D2AA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BBBB9-21CA-4066-9EB2-BC08EF6C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RF01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57CBC-9D21-46B8-9C19-263234DD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Exibir lista de empreendimentos imobiliários disponíveis.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5F806-8A51-4B44-A99C-A70D41C2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876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AA77F-5475-45CB-B802-7CBA9F6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C7B12-3191-46DA-9AAD-A4A2825E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RF02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916E8-A3FA-49F6-9A78-06091BE8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Permitir filtros por região.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44419-0422-44A7-A13B-CEAD9CF3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4876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FFC50-384E-4BA1-B275-88E5C493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1842D-AF13-40FC-8287-C64536BD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RF03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7DBAE-1466-43B1-BB10-56182698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Apresentar página de detalhes com fotos, descrição e informações básicas.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11C2E-2174-44FC-B6CD-54330588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4876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F7C03-AF5A-4638-9808-FA2501B0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7342D-FE9F-4433-899D-21702E44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RF04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56ED3-008D-468E-ABA2-9260AFA6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Disponibilizar formulário de contato ou interesse.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BD1EA-DF06-47B1-9EC7-56F11767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876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5F7C1-9986-4A44-A9BD-4A2F946A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E48CE-B75A-4BFB-85C6-441CA0FF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RF05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54815-A7F4-4D58-9842-826FB6DE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Redirecionar o usuário para WhatsApp da corretora responsável.</a:t>
            </a:r>
          </a:p>
        </p:txBody>
      </p:sp>
    </p:spTree>
    <p:extLst>
      <p:ext uri="{BB962C8B-B14F-4D97-AF65-F5344CB8AC3E}">
        <p14:creationId xmlns:p14="http://schemas.microsoft.com/office/powerpoint/2010/main" val="19931964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43B60-B824-44C2-9463-ADA42FB9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2D8EB-BEEC-41FE-BF0D-CCB1FB1B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Qualidade e regras de negócio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D238A-5BB0-47F2-82E0-82C24413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Além de funcionar, o MVP precisa ser confiável, claro e preparado para crescer.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D6DE0-E52F-417E-B43F-607B96F3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83531-1029-4B6B-8A33-6587759D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CA4D5-624A-41B3-89D0-C842EBB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97BAF-6AC6-4E34-9CD8-DCFB79FE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Requisitos não funcionais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C55D7-F4A7-453E-B90D-13DA15A4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6863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Responsividade para mobile e desktop.</a:t>
            </a:r>
          </a:p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Carregamento otimizado das páginas e imagens.</a:t>
            </a:r>
          </a:p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Código organizado para manutenção e futuras expansões.</a:t>
            </a:r>
          </a:p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Disponibilidade para acesso pela internet.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F66FF-2818-48C2-92A5-E968899C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B952E-20DB-47FA-AF22-2EB57AC6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10B4A-30B7-4C90-9FF3-2D77FAFB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Regras de negócio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35A29-0220-4F89-8027-FEE3A6E7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6863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Exibir apenas empreendimentos disponíveis.</a:t>
            </a:r>
          </a:p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Todo contato preenchido deve gerar notificação.</a:t>
            </a:r>
          </a:p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Cada empreendimento precisa ter imagem.</a:t>
            </a:r>
          </a:p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Nome, região e descrição são informações mínimas.</a:t>
            </a:r>
          </a:p>
        </p:txBody>
      </p:sp>
    </p:spTree>
    <p:extLst>
      <p:ext uri="{BB962C8B-B14F-4D97-AF65-F5344CB8AC3E}">
        <p14:creationId xmlns:p14="http://schemas.microsoft.com/office/powerpoint/2010/main" val="278734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C01E4A-E8DA-4E4B-B96C-02950F81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E9665-1B17-43DF-AA59-8EB013B6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Casos de uso principais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AB1EF-349B-4537-886C-1800BDD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A jornada foi pensada para reduzir dúvidas e acelerar a conversa comercial.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D4926-E1D5-4B18-A322-8F08973B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A4A93-E5B0-4615-9D8A-956C3F1C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2667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815E0-CA30-4304-AB79-0B736AD0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09800"/>
            <a:ext cx="781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A3544-443F-49BE-886B-1789B770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86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UC01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690E7-A519-4DD0-A522-90640C2F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Pesquisar imóveis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01B64-7057-4173-946A-51F2B7E1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Cliente acessa, seleciona região e recebe imóveis compatíveis.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18DDD-2813-4A57-ADD8-A42A5897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432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97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79702-21BA-4252-AC4F-49C7C218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667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AFE41-C183-4F98-9282-705EAF92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09800"/>
            <a:ext cx="781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8F277-36B4-413D-8994-4BE36A3C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86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UC02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9778D-9664-467D-88D6-251307A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0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Ver detalhes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5C55E-CE16-4B23-B471-9C6847EF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Cliente escolhe um empreendimento e analisa fotos, características e diferenciais.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70DC1-F623-45FC-9369-1A56E46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432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97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4432C-526B-4E01-B953-17102A6D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667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57594-12EF-4B42-9DD0-39EC3887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781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7C4C3-3C3C-45B5-8615-636D50AF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UC03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0AA7E-0647-464C-A657-6549CA2D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Solicitar contato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2E15D-37D5-413C-8EE8-7396D4CD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Cliente informa seu perfil e segue para atendimento via WhatsApp.</a:t>
            </a:r>
          </a:p>
        </p:txBody>
      </p:sp>
    </p:spTree>
    <p:extLst>
      <p:ext uri="{BB962C8B-B14F-4D97-AF65-F5344CB8AC3E}">
        <p14:creationId xmlns:p14="http://schemas.microsoft.com/office/powerpoint/2010/main" val="116922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DA524-ECD3-475D-AC81-F333A5E6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9FDD-54D5-4D10-A047-C3A93BF6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Fluxo de telas do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FEB8F-A184-4A5F-BAED-239493AB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Da descoberta à conversão em lead.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B9E19-3113-47A1-9A88-6928BD9F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28A45-CB0A-41EE-965A-D8DB9F35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190750" cy="28575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23D6B-3A15-48BD-97A1-068113EB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0966A-F421-48CE-8022-45C6844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Home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7335C-A547-4092-9A2A-031F10E0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Menu, logotipo, busca e filtros.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D41DB-0CB2-4BF5-A022-DD2F6BBC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2190750" cy="28575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EA49A-0671-481B-A11C-FD503E4E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71098-D8FF-41A5-8724-58B83543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0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Catálogo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94C50-8B4F-4103-9716-BD359942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Cards com foto, nome, tags e botão.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FC070-BE50-4805-97FD-D7CFE3D2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2190750" cy="28575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1B0DD-F67A-4441-A5E2-86B259E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383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FD1FE-3C26-404A-9CD4-E65A122B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Detalhes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4DA1A-E174-4638-94FB-FD4BD769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Galeria, descrição, diferenciais e localização.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29772-0638-418A-91CF-D3ECE4CE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2190750" cy="28575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9A603-98ED-4CB7-A107-1CC4F8C1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DFB16-7026-4D56-A6A5-A7863F8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00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Simulação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52348-46A3-4980-B08E-BEE8EDB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95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Nome, região, renda, finalidade e observações.</a:t>
            </a:r>
          </a:p>
        </p:txBody>
      </p:sp>
    </p:spTree>
    <p:extLst>
      <p:ext uri="{BB962C8B-B14F-4D97-AF65-F5344CB8AC3E}">
        <p14:creationId xmlns:p14="http://schemas.microsoft.com/office/powerpoint/2010/main" val="1952266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AA7152-3D21-433C-982B-6C70D2D7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BBCE-018B-4490-B024-8D8C26C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Método de desenvolvimento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33390-8CA1-4D2B-8B51-F536228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Modelo incremental para entregar valor, validar e evoluir com menor risco.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FF772-D6EE-4AAA-A691-7A7CE639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91DAE-1B7F-4BFF-BDE9-0955E3E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33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51872-C99B-49AD-946A-DDE0FF50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52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BE099-CEB2-4E91-ABBF-478906C6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Catálogo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2BD33-44FD-4DA7-8330-559ECAAB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84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7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99DCB-B785-4268-AF0F-217E41CF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81250"/>
            <a:ext cx="1333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0C4F4-D15A-4487-8C6F-2943DB05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2A671-FD74-4896-B76E-906D97F5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Filtros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3A077-2DC3-45A0-8A36-7AD3403A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7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E6750-41A6-48DD-A689-3B6B33A9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333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4C7D4-A220-401F-9BC1-EA8EB3D7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7575B-B23A-4BD2-BCC5-7A70B091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Detalhes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17839-847B-4F52-9CF0-7791C98E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7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492DC-3DD4-408E-B13F-F71BC5D2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333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84C63-5FBB-45E5-B836-7D2F150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EFBA5-CBC3-4672-B18C-15E44C0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Captação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35E3A-DA70-45AB-8601-8692D8A2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7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974FE-18E0-42FD-90DF-DB2B6673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333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D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30FD5-D9FE-4CAD-9382-52A2C2BC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85007-E5BA-43EE-B5C3-A56F6759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64F7E-69B0-45D1-A5F1-A96EB765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7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D4A25-BA64-4EA3-9FCD-FDDED787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1333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D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6F0E0-E3C6-4BBC-BA33-4FE2E5E0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FDA76-4BDC-4B28-BD24-1DE455A3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Melhorias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5AC9A-0A76-40B1-B1A2-BC70471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Por que faz sentido: o MVP permite validar rapidamente com usuários reais, reduzir risco de desenvolvimento e preparar o produto para APIs, CRM, painel administrativo e automações.</a:t>
            </a:r>
          </a:p>
        </p:txBody>
      </p:sp>
    </p:spTree>
    <p:extLst>
      <p:ext uri="{BB962C8B-B14F-4D97-AF65-F5344CB8AC3E}">
        <p14:creationId xmlns:p14="http://schemas.microsoft.com/office/powerpoint/2010/main" val="4612871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43FBD-0BE0-4F0D-B9A2-943F26F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7C4EE-A75C-4250-B664-971292C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Valor estratégico para o negócio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6BDF-75D2-4A85-A094-AC61A4D4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O MVP não é apenas um site: é uma base de inteligência comercial.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46646-BE5F-4943-B323-DE7E2A7A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53369-2BBC-457E-8B0C-8944A23D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B3347-AC50-4915-8685-D7446452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41A48-4820-45E8-93CC-964AF824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9477E-BD0F-48FD-8CD2-9E227CC9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686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Atendimento dependente de mensagens soltas, redes sociais e busca manual de informações.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46FF8-6B9E-401B-8A31-70CB6DF3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9861E-2E13-4A81-94FF-EF9DFA68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F8007-A429-4EE2-99B6-AAB9BC38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Com o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0140D-35BA-4298-B684-FB8C0DC2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686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Cliente pesquisa, entende o imóvel, simula interesse e chega ao WhatsApp mais qualificado.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6A3B6-1823-4730-ACAC-60B4C379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BED87-8ED8-4212-889B-EDCDD70C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FAE5C-AA18-4FB9-9071-4D03B3F4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Depois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7B915-D99B-41DB-9C4D-55C5705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686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Dados viram decisões: origem dos leads, imóveis mais clicados e oportunidades de automação.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4C34D-4C0F-49BD-BC04-5EA627DF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8384D"/>
                </a:solidFill>
                <a:latin typeface="Aptos Display"/>
                <a:ea typeface="Aptos Display"/>
                <a:cs typeface="Aptos Display"/>
              </a:rPr>
              <a:t>Papel estratégico: traduzir necessidade comercial em produto digital mensurável, apresentável e evolutivo.</a:t>
            </a:r>
          </a:p>
        </p:txBody>
      </p:sp>
    </p:spTree>
    <p:extLst>
      <p:ext uri="{BB962C8B-B14F-4D97-AF65-F5344CB8AC3E}">
        <p14:creationId xmlns:p14="http://schemas.microsoft.com/office/powerpoint/2010/main" val="1599438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1C2FC-8294-489A-950B-545753EF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D96BA-D741-48C1-8383-CFAD9045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Próximos passos para aprimorar 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F5D4B-7751-44AF-B858-DE4421E5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Evoluções recomendadas caso o cliente queira avançar após o MVP.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596E4-6561-4FC8-9CD2-CB60948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93"/>
                </a:solidFill>
                <a:latin typeface="Aptos"/>
                <a:ea typeface="Aptos"/>
                <a:cs typeface="Aptos"/>
              </a:rPr>
              <a:t>MVP Imobiliário Digital  |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669E2-FBD7-461E-910D-2A89731F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953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7F0EB-566C-40D4-93D5-1CFD7F59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79D11-DFB8-4C25-94C6-8AC9187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1. Hospedar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12C5B-3CFA-429C-9929-777965BE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Publicar o site em ambiente online com domínio e disponibilidade.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6A4D5-E833-4341-8BA5-EF030727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953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118B1-079B-4F6A-8402-B2B6808B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9F04B-DF50-45BE-9AB5-F391DCA3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573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2. Notificação automática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A4C0E-2D6D-420D-BCAE-7349C052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Enviar aviso por e-mail, WhatsApp ou alerta no painel quando chegar uma simulação.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06823-CA85-4662-AF77-8063D15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953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ECE95-4B40-4321-BD16-5F01AA6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C2DC8-5E69-48FF-AA6F-85757D71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3. Painel administrativo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5BCCC-B990-4F89-B875-7842133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Página protegida para ver leads, cliques, origem dos leads e imóveis mais clicados.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F6041-8CB0-44DC-92CE-F0B593BD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953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2E27A-F3A1-4838-A272-0D4A49A6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00857-03E3-4D8A-A4A9-45422129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4. Logs e erros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BBA07-18B1-4A66-A849-4A74890F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Registrar falhas e tentativas inválidas para entender problemas.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50178-BD9E-4D6E-8E02-18E47DF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953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F9AB6-6511-48DB-988A-3655ABDD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A63CB-7EC5-40AF-B696-C3F8791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5. Backup/exportação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B5C54-F7D9-4D1E-8A2F-A8D38344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Exportar leads em CSV ou integrar com planilha/CRM.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1A6E9A-6966-462A-8D39-A11B66E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4953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88F087-7A89-498A-923F-77C96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01CED-5108-4C89-9F46-DC569270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6. Consentimento/LGPD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117629-B64F-4694-B8FB-DAD79F94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07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7D"/>
                </a:solidFill>
                <a:latin typeface="Aptos"/>
                <a:ea typeface="Aptos"/>
                <a:cs typeface="Aptos"/>
              </a:rPr>
              <a:t>Aviso de privacidade, consentimento no formulário e política simples de uso dos dados.</a:t>
            </a:r>
          </a:p>
        </p:txBody>
      </p:sp>
    </p:spTree>
    <p:extLst>
      <p:ext uri="{BB962C8B-B14F-4D97-AF65-F5344CB8AC3E}">
        <p14:creationId xmlns:p14="http://schemas.microsoft.com/office/powerpoint/2010/main" val="1970608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2026-06-17T17:38:28.9710000Z</dcterms:created>
  <dcterms:modified xsi:type="dcterms:W3CDTF">2026-06-17T17:38:28.9710000Z</dcterms:modified>
</coreProperties>
</file>